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/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12D913-C207-4B63-B00E-243D49B59F68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E950EC-32DD-492E-8342-7C708BA526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9106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6F3B9A-EA27-7131-135F-D1968B69C3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60F48B5-3F16-9725-5381-5B49F0B2EC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7D28DE-92F7-4544-7F6D-129567B75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E2476-A2ED-4510-BE63-EC11AC24F470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24FC486-F166-F375-F470-A9189A438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33C100E-14C7-4A15-BA0C-D1F9A7D4B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8C4E-77D3-40C5-99E5-CB1F5AF72B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5770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27082A-990D-42C1-A4AA-8A4C5D731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AC5CAB-3208-F351-420E-F35A2F9B6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282C6F-BC66-5D65-DE79-4359D81A4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E2476-A2ED-4510-BE63-EC11AC24F470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E95BB5-81A4-4018-950D-C6A903742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80F8A6-E43E-C3B3-075B-4B9695556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8C4E-77D3-40C5-99E5-CB1F5AF72B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489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592839-87F4-433F-6EC5-916809022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04B26B4-ABF9-5D5A-DBD9-1727B5D43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68AB3C0-AF2E-5A96-DDDA-D2CB82A04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E2476-A2ED-4510-BE63-EC11AC24F470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A3A26A-300F-11FC-8833-8C0FD0F7B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B8983A-7DE2-58F4-4868-0F0F03CE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8C4E-77D3-40C5-99E5-CB1F5AF72B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7035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390B89-64B0-EEA3-DB0C-B2D559651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A5C4DB-EE60-B5FB-6FE5-8ED1B90FFD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59418D4-B205-72C4-4B27-2E28708C9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B20A161-9150-2659-4C4A-0C3D8F622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E2476-A2ED-4510-BE63-EC11AC24F470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0977E31-32A9-4D9A-4DF3-6C53C6142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DBC473F-675E-8EFF-4AE7-BBBFA4D67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8C4E-77D3-40C5-99E5-CB1F5AF72B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2549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074158-60DD-37BB-0E6E-6C76E14BF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46DD115-452C-6379-17E4-F11F26B54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01A4A3F-3B35-E84F-1F79-05EAE13FBB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E383394-0A8D-4086-1F6B-6B91F40D69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93E8860-F7C8-E4D2-A15D-8F80001081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12E2E57-5C66-C502-456F-2573A6235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E2476-A2ED-4510-BE63-EC11AC24F470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7D742B1-891D-508B-17A1-27FA24B68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1A143B7-1B78-717A-C4D2-73E968F93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8C4E-77D3-40C5-99E5-CB1F5AF72B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494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09B937-1C16-540A-F67F-C7B6EF82C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217C086-29AA-A6CF-8AED-C545E7DFA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E2476-A2ED-4510-BE63-EC11AC24F470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DDC3701-FB9D-78D1-7D86-2F55F3A1F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C5A1AA2-291C-260D-D936-F862AA643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8C4E-77D3-40C5-99E5-CB1F5AF72B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751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6643443-3BA1-5C59-B0A0-E0E9133BD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E2476-A2ED-4510-BE63-EC11AC24F470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7D4F3B3-6C99-EF8C-43D6-6ADAB2571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870F8DB-CC28-4C8F-700C-BB83E25BD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8C4E-77D3-40C5-99E5-CB1F5AF72B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2291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D41DC5-F167-972C-4B77-66C603589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5C8D6C-37C6-7BC3-60CA-32B1821AD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229C95A-CDA5-5FFF-3503-34D5D31BB5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3CD2E16-DF85-DE5C-D725-0D911FC0C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E2476-A2ED-4510-BE63-EC11AC24F470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36EF5A7-C5BE-E6E3-F2FC-B2342D877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B56BBE6-023B-0040-BE25-A6406C589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8C4E-77D3-40C5-99E5-CB1F5AF72B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3769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795475-4A90-0C58-D5AD-42973641E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BBA0E44-1464-CF7E-6577-CC2FA54525E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DAD7391-7FFE-15BC-44F9-9C30A8372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A43857F-4B43-0906-B1A6-FDD917F67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E2476-A2ED-4510-BE63-EC11AC24F470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FBFE964-985B-4D86-49D1-8A7764109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8D38789-72BA-7145-A42E-7FE8E25BD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8C4E-77D3-40C5-99E5-CB1F5AF72B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6134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8EB88A-7DB2-61D6-88FA-A0A71368B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9DCA4F0-FE48-492C-C0B8-E0DDB8D8B9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F8FABD-A2C5-CECC-C73B-CDC9D6087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E2476-A2ED-4510-BE63-EC11AC24F470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BD437D7-E8B7-742F-C698-0912F729D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FD3DDFF-310F-1ED3-26A5-59B0E738F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8C4E-77D3-40C5-99E5-CB1F5AF72B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7707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3FDEEA8-8FEA-746A-49CA-2A30D649DD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617CA52-2214-CD1B-F27D-E998208D81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1C98F5-ECAD-CCFD-8EB6-129FD771C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E2476-A2ED-4510-BE63-EC11AC24F470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5F4EC38-BDD1-0139-5DEA-19A7A9748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8D6455-DDAE-4F40-D8E7-866EDBF41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8C4E-77D3-40C5-99E5-CB1F5AF72B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6672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5398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29184" y="201168"/>
            <a:ext cx="11521440" cy="47548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004B77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3" name="Text 0"/>
          <p:cNvSpPr txBox="1"/>
          <p:nvPr/>
        </p:nvSpPr>
        <p:spPr>
          <a:xfrm>
            <a:off x="329184" y="64282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</a:rPr>
              <a:t>{PIED_DE_PAGE}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6A6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107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33526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_PA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nel_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2" y="0"/>
            <a:ext cx="4803343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329184" y="201168"/>
            <a:ext cx="6858000" cy="47548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004B77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4" name="Text 0"/>
          <p:cNvSpPr txBox="1"/>
          <p:nvPr/>
        </p:nvSpPr>
        <p:spPr>
          <a:xfrm>
            <a:off x="329184" y="6428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</a:rPr>
              <a:t>{PIED_DE_PAGE}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4574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OS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53700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E6AE826-AC2A-5638-2F28-CEABD717A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A86E93-7BC5-547B-32D1-52E2EF37F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82F8C4-A451-57AD-5B1F-FF02229249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EE2476-A2ED-4510-BE63-EC11AC24F470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424D97-450B-E8E8-77A8-F158CFE5F2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4C58F8D-E405-D179-D060-5450A180D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6B8C4E-77D3-40C5-99E5-CB1F5AF72B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4010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4094</Words>
  <Application>Microsoft Office PowerPoint</Application>
  <PresentationFormat>Grand écran</PresentationFormat>
  <Paragraphs>531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5" baseType="lpstr">
      <vt:lpstr>Aptos</vt:lpstr>
      <vt:lpstr>Aptos Display</vt:lpstr>
      <vt:lpstr>Arial</vt:lpstr>
      <vt:lpstr>Thème Office</vt:lpstr>
      <vt:lpstr>Présentation PowerPoint</vt:lpstr>
      <vt:lpstr>Au programme</vt:lpstr>
      <vt:lpstr>Votre fonds en quatre chiffres</vt:lpstr>
      <vt:lpstr>Présentation PowerPoint</vt:lpstr>
      <vt:lpstr>Qu’est-ce qu’un Fonds Commun de Placement ?</vt:lpstr>
      <vt:lpstr>La carte d’identité du fonds</vt:lpstr>
      <vt:lpstr>Qui fait quoi autour de votre épargne ?</vt:lpstr>
      <vt:lpstr>L’objectif de gestion du fonds</vt:lpstr>
      <vt:lpstr>Comment votre épargne travaille</vt:lpstr>
      <vt:lpstr>Présentation PowerPoint</vt:lpstr>
      <vt:lpstr>Un cadre d’investissement strict</vt:lpstr>
      <vt:lpstr>L’allocation d’actifs : une gestion active</vt:lpstr>
      <vt:lpstr>Dans quoi le fonds investit-il concrètement ?</vt:lpstr>
      <vt:lpstr>Un profil de risque assumé et encadré</vt:lpstr>
      <vt:lpstr>Les performances du fonds, année par année</vt:lpstr>
      <vt:lpstr>L’évolution de la valeur de la part</vt:lpstr>
      <vt:lpstr>Présentation PowerPoint</vt:lpstr>
      <vt:lpstr>Qui peut adhérer, et à quelles conditions ?</vt:lpstr>
      <vt:lpstr>Votre parcours de souscription en cinq étapes</vt:lpstr>
      <vt:lpstr>Un exemple de Bulletin de Souscription</vt:lpstr>
      <vt:lpstr>Le rythme hebdomadaire de votre épargne</vt:lpstr>
      <vt:lpstr>Présentation PowerPoint</vt:lpstr>
      <vt:lpstr>Six bonnes raisons d’épargner dans le fonds</vt:lpstr>
      <vt:lpstr>Le temps, votre meilleur allié</vt:lpstr>
      <vt:lpstr>Un accompagnement tout au long de votre épargne</vt:lpstr>
      <vt:lpstr>Présentation PowerPoint</vt:lpstr>
      <vt:lpstr>Épargner seul ou épargner ensemble ?</vt:lpstr>
      <vt:lpstr>Ce que la mutualisation change concrètement</vt:lpstr>
      <vt:lpstr>Ce qu’il faut retenir</vt:lpstr>
      <vt:lpstr>Testez vos connaissances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Modèle CGF Gestion</dc:title>
  <dc:creator>CGF Gestion</dc:creator>
  <cp:lastModifiedBy>Alioune Badara GUEYE</cp:lastModifiedBy>
  <cp:revision>3</cp:revision>
  <dcterms:created xsi:type="dcterms:W3CDTF">2026-10-12T09:46:12Z</dcterms:created>
  <dcterms:modified xsi:type="dcterms:W3CDTF">2026-10-12T17:47:11Z</dcterms:modified>
  <dc:subject/>
  <cp:keywords/>
  <dc:description/>
</cp:coreProperties>
</file>